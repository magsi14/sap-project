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FF4B6-7458-B15F-AC9B-14FA218BD1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51F4B0-89D9-EAD6-F915-0FF60F5836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BFEF25-6171-8DB0-0A3F-D3DCE9945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F03E0-6FF2-4856-9625-3CEF64A8FB49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5E387A-90C8-B8A9-7D8D-62C1692A1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EF0EA1-96CE-0C1F-E67C-C67E79395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4247D-5F58-4D20-8FCE-89F037F85E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2264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E468D-C96B-0712-383D-E88C06AE2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E74446-A358-3B11-6723-9557F99756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9B2A50-0B39-F66D-83FA-D759896B3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F03E0-6FF2-4856-9625-3CEF64A8FB49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CF776F-6588-536E-B020-D924692A3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4A5686-15BB-E748-F0EC-F997EE352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4247D-5F58-4D20-8FCE-89F037F85E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144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8EFB8-1AD3-F25A-5FE3-2B8AAF42B4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D54B79-D022-7CD6-B946-7F1581A37B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B1F933-CCE6-5377-B228-6F67166B4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F03E0-6FF2-4856-9625-3CEF64A8FB49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43C4D2-E3A4-533B-1D87-428DF3DA9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7506C1-C32F-546F-51D8-35504BA64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4247D-5F58-4D20-8FCE-89F037F85E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887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168DF-49FC-B9A0-D85B-296A970A4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647A85-0AF0-8708-3332-77C9094D45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C360B2-5091-5D3D-8008-0C843D6900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EFD3B6-33B7-53DB-CB4B-568C0A36C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F03E0-6FF2-4856-9625-3CEF64A8FB49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07FDA4-35A9-DD14-9E99-6F62D4637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6DAC37-F0E9-19C3-4077-7272FBCCA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4247D-5F58-4D20-8FCE-89F037F85E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1584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F701D-8106-9C44-6BF8-8C9D387E9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CA75F7-0389-4991-FDE3-57AB7E18A5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5E532F-1641-6882-C4BA-B045A16E37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446617-C6C0-40BA-EA1E-6CDBA5E242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8ED587-75AF-5FDC-970F-51928E1E24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B6EC42-4852-8488-C343-1CA023D05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F03E0-6FF2-4856-9625-3CEF64A8FB49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EE8BB30-B41F-28E9-99FF-D772C160D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859FA8-A49B-BBE0-FD44-B5B8CDA1A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4247D-5F58-4D20-8FCE-89F037F85E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540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05F30-2DA6-D48F-5998-5A65710C8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506833-636F-C93D-8E8F-3F2DD8102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F03E0-6FF2-4856-9625-3CEF64A8FB49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BF675A-ACD5-E555-E814-3AAEE76FE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10DBE6-3DC6-6A9E-DC7C-5458951D4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4247D-5F58-4D20-8FCE-89F037F85E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1068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9527A8-666B-8EED-D10F-5CCBDDD35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F03E0-6FF2-4856-9625-3CEF64A8FB49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C896B7-076F-6C88-242B-76F500F40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0848A4-4156-1E88-4C41-C42F898CE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4247D-5F58-4D20-8FCE-89F037F85E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9796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A329C-0265-654D-12C3-EA9A03211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027FF4-1674-ED72-5455-CA1DB40D2C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6FE991-8AEB-FB6B-BD43-C75573A61F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5F4A27-298A-B3DF-42A4-869EF9024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F03E0-6FF2-4856-9625-3CEF64A8FB49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69FFB7-A0DA-08BD-0EFD-84753077C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CAB5D6-C360-6C88-F24C-B41A8364D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4247D-5F58-4D20-8FCE-89F037F85E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730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3CCE9-2C9B-8CA6-E194-B3670A3D5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704144-1691-52BA-38F7-692D7A470A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0A1D0B-7169-B381-413A-F0BDE0519C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B60CAA-85E3-AFC7-6C4C-7A77893F3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F03E0-6FF2-4856-9625-3CEF64A8FB49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7B71CA-1E2A-74AD-7DA4-2AFD5EB75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6E69D3-F485-FDA8-4001-ADE382897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4247D-5F58-4D20-8FCE-89F037F85E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2294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198C1-E5DE-A84F-3E61-25850BF79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86A112-8843-7CEA-0C76-C91B054710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FE1ACC-8222-9664-7EBA-EEA8A61FE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F03E0-6FF2-4856-9625-3CEF64A8FB49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B77919-A120-2230-429F-758505F02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E15EEE-1D19-03B3-F378-FC37A4B5E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4247D-5F58-4D20-8FCE-89F037F85E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2974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7C8371-CE1C-F1D7-D31C-1F7E7EBBAC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8C8791-7F3C-62D4-6745-E6FA0342F8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C76DE8-2C34-6200-28AF-0DA8486B9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F03E0-6FF2-4856-9625-3CEF64A8FB49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DC9E56-9E6B-7922-9F2F-3D5F0B2F8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3ABB02-91D8-AA85-FF4A-981B99454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4247D-5F58-4D20-8FCE-89F037F85E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5204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5295D1-DBD4-6028-17DC-5BB141FAB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F66394-64E3-1BBA-2D8B-5E5F834E0A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D7E851-3CFC-0769-0486-CB79E6C13F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4F03E0-6FF2-4856-9625-3CEF64A8FB49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CBA251-5E6B-5A81-7CDA-C367EE78A0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C729C8-7F12-F139-7D6D-10551226A2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04247D-5F58-4D20-8FCE-89F037F85E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3358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79ECC4D-2F1F-BC21-1221-A97556138536}"/>
              </a:ext>
            </a:extLst>
          </p:cNvPr>
          <p:cNvSpPr txBox="1"/>
          <p:nvPr/>
        </p:nvSpPr>
        <p:spPr>
          <a:xfrm>
            <a:off x="782194" y="566928"/>
            <a:ext cx="61702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sz="2400" b="1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Tема</a:t>
            </a:r>
            <a:r>
              <a:rPr lang="bg-BG" sz="24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:</a:t>
            </a:r>
            <a:r>
              <a:rPr lang="bg-BG" sz="2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 Организатор на личен аудио каталог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1C00E6-8B40-32D4-C4BD-93EC868FCB5F}"/>
              </a:ext>
            </a:extLst>
          </p:cNvPr>
          <p:cNvSpPr txBox="1"/>
          <p:nvPr/>
        </p:nvSpPr>
        <p:spPr>
          <a:xfrm>
            <a:off x="782194" y="1214247"/>
            <a:ext cx="10847832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1600" b="1" dirty="0"/>
              <a:t>Описание: </a:t>
            </a:r>
            <a:r>
              <a:rPr lang="bg-BG" sz="1600" dirty="0"/>
              <a:t>Да се създаде конзолно приложение организатор на личен аудио каталог, в който може да има песни, музикални албуми, </a:t>
            </a:r>
            <a:r>
              <a:rPr lang="bg-BG" sz="1600" dirty="0" err="1"/>
              <a:t>podcast</a:t>
            </a:r>
            <a:r>
              <a:rPr lang="bg-BG" sz="1600" dirty="0"/>
              <a:t>-и, аудиокнига и </a:t>
            </a:r>
            <a:r>
              <a:rPr lang="bg-BG" sz="1600" dirty="0" err="1"/>
              <a:t>playlist</a:t>
            </a:r>
            <a:r>
              <a:rPr lang="bg-BG" sz="1600" dirty="0"/>
              <a:t>-и. Всеки обект записан в приложението трябва да има жанр, продължителност, категория, автор и година на публикуване. </a:t>
            </a:r>
            <a:br>
              <a:rPr lang="bg-BG" sz="1600" dirty="0"/>
            </a:br>
            <a:endParaRPr lang="bg-BG" sz="1600" dirty="0"/>
          </a:p>
          <a:p>
            <a:r>
              <a:rPr lang="bg-BG" sz="1600" dirty="0"/>
              <a:t>Приложението трябва да запазва и зарежда каталога във собствен формат файлове (бинарен, текстов, XML, </a:t>
            </a:r>
            <a:r>
              <a:rPr lang="bg-BG" sz="1600" dirty="0" err="1"/>
              <a:t>json</a:t>
            </a:r>
            <a:r>
              <a:rPr lang="bg-BG" sz="1600" dirty="0"/>
              <a:t> или друг по избор на студента. </a:t>
            </a:r>
          </a:p>
          <a:p>
            <a:endParaRPr lang="bg-BG" sz="1600" dirty="0"/>
          </a:p>
          <a:p>
            <a:r>
              <a:rPr lang="bg-BG" sz="1600" dirty="0"/>
              <a:t>Приложението трябва да има следните функционалности: 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bg-BG" sz="1600" dirty="0"/>
              <a:t>Добавяне на нов обект (може да бъде песен, </a:t>
            </a:r>
            <a:r>
              <a:rPr lang="bg-BG" sz="1600" dirty="0" err="1"/>
              <a:t>podcast</a:t>
            </a:r>
            <a:r>
              <a:rPr lang="bg-BG" sz="1600" dirty="0"/>
              <a:t>, аудиокнига и т.н.) 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bg-BG" sz="1600" dirty="0"/>
              <a:t>Изтриване на обект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bg-BG" sz="1600" dirty="0"/>
              <a:t>Търсене на обект по заглавие, изпълнител, жанр и т.н.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bg-BG" sz="1600" dirty="0"/>
              <a:t>Създаване на </a:t>
            </a:r>
            <a:r>
              <a:rPr lang="bg-BG" sz="1600" dirty="0" err="1"/>
              <a:t>playlist</a:t>
            </a:r>
            <a:endParaRPr lang="bg-BG" sz="16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bg-BG" sz="1600" dirty="0"/>
              <a:t>Добавяне и триене на обекти от </a:t>
            </a:r>
            <a:r>
              <a:rPr lang="bg-BG" sz="1600" dirty="0" err="1"/>
              <a:t>playlist</a:t>
            </a:r>
            <a:endParaRPr lang="bg-BG" sz="16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bg-BG" sz="1600" dirty="0"/>
              <a:t>Връщане на информация за </a:t>
            </a:r>
            <a:r>
              <a:rPr lang="bg-BG" sz="1600" dirty="0" err="1"/>
              <a:t>playlist</a:t>
            </a:r>
            <a:r>
              <a:rPr lang="bg-BG" sz="1600" dirty="0"/>
              <a:t>, песен, албум и т.н.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bg-BG" sz="1600" dirty="0"/>
              <a:t>Филтрация на обекти по жанр, автор,  година и т.н.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bg-BG" sz="1600" dirty="0"/>
              <a:t>Сортиране на всички обекти по азбучен ред или като част от </a:t>
            </a:r>
            <a:r>
              <a:rPr lang="bg-BG" sz="1600" dirty="0" err="1"/>
              <a:t>playlist</a:t>
            </a:r>
            <a:endParaRPr lang="bg-BG" sz="16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bg-BG" sz="1600" dirty="0"/>
              <a:t>Записване и четене на всички обекти от каталога във файл 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bg-BG" sz="1600" dirty="0"/>
              <a:t>Записване и четене на отделни </a:t>
            </a:r>
            <a:r>
              <a:rPr lang="bg-BG" sz="1600" dirty="0" err="1"/>
              <a:t>playlist</a:t>
            </a:r>
            <a:r>
              <a:rPr lang="bg-BG" sz="1600" dirty="0"/>
              <a:t>-и във файл </a:t>
            </a:r>
          </a:p>
          <a:p>
            <a:endParaRPr lang="bg-BG" sz="1600" dirty="0"/>
          </a:p>
          <a:p>
            <a:r>
              <a:rPr lang="bg-BG" sz="1600" dirty="0"/>
              <a:t>Към приложението няма задължително изискване за възможност прослушване на аудио съдържание. </a:t>
            </a:r>
            <a:br>
              <a:rPr lang="bg-BG" sz="1600" dirty="0"/>
            </a:br>
            <a:r>
              <a:rPr lang="bg-BG" sz="1600" dirty="0"/>
              <a:t>Проектът трябва да бъде качен в </a:t>
            </a:r>
            <a:r>
              <a:rPr lang="bg-BG" sz="1600" dirty="0" err="1"/>
              <a:t>github</a:t>
            </a:r>
            <a:r>
              <a:rPr lang="bg-BG" sz="1600" dirty="0"/>
              <a:t> за целите на работата с ментора и защитата.</a:t>
            </a:r>
          </a:p>
          <a:p>
            <a:endParaRPr lang="bg-BG" sz="1600" dirty="0"/>
          </a:p>
        </p:txBody>
      </p:sp>
      <p:pic>
        <p:nvPicPr>
          <p:cNvPr id="1026" name="Picture 2" descr="File Audio Icon | Soft Scraps Iconpack | Hopstarter">
            <a:extLst>
              <a:ext uri="{FF2B5EF4-FFF2-40B4-BE49-F238E27FC236}">
                <a16:creationId xmlns:a16="http://schemas.microsoft.com/office/drawing/2014/main" id="{8FD6936D-7055-2B70-34A1-54ADB36681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8383" y="2877311"/>
            <a:ext cx="2766441" cy="2766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40798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cf7ac0a-4681-4823-ab0b-04ef02c5f873}" enabled="1" method="Standard" siteId="{42f7676c-f455-423c-82f6-dc2d99791af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222</Words>
  <Application>Microsoft Office PowerPoint</Application>
  <PresentationFormat>Widescreen</PresentationFormat>
  <Paragraphs>17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>SAP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Todorova, Hristina</dc:creator>
  <cp:lastModifiedBy>Todorova, Hristina</cp:lastModifiedBy>
  <cp:revision>4</cp:revision>
  <dcterms:created xsi:type="dcterms:W3CDTF">2025-12-10T05:29:54Z</dcterms:created>
  <dcterms:modified xsi:type="dcterms:W3CDTF">2025-12-10T05:41:58Z</dcterms:modified>
</cp:coreProperties>
</file>